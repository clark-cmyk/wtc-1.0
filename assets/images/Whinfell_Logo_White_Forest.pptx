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sldIdLst>
    <p:sldId id="256" r:id="rId2"/>
  </p:sldIdLst>
  <p:sldSz cx="8686800" cy="5486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28" userDrawn="1">
          <p15:clr>
            <a:srgbClr val="A4A3A4"/>
          </p15:clr>
        </p15:guide>
        <p15:guide id="2" pos="27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63"/>
  </p:normalViewPr>
  <p:slideViewPr>
    <p:cSldViewPr snapToGrid="0" showGuides="1">
      <p:cViewPr>
        <p:scale>
          <a:sx n="99" d="100"/>
          <a:sy n="99" d="100"/>
        </p:scale>
        <p:origin x="1088" y="896"/>
      </p:cViewPr>
      <p:guideLst>
        <p:guide orient="horz" pos="1728"/>
        <p:guide pos="27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5850" y="897890"/>
            <a:ext cx="6515100" cy="1910080"/>
          </a:xfrm>
        </p:spPr>
        <p:txBody>
          <a:bodyPr anchor="b"/>
          <a:lstStyle>
            <a:lvl1pPr algn="ctr">
              <a:defRPr sz="42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85850" y="2881630"/>
            <a:ext cx="6515100" cy="1324610"/>
          </a:xfrm>
        </p:spPr>
        <p:txBody>
          <a:bodyPr/>
          <a:lstStyle>
            <a:lvl1pPr marL="0" indent="0" algn="ctr">
              <a:buNone/>
              <a:defRPr sz="1710"/>
            </a:lvl1pPr>
            <a:lvl2pPr marL="325755" indent="0" algn="ctr">
              <a:buNone/>
              <a:defRPr sz="1425"/>
            </a:lvl2pPr>
            <a:lvl3pPr marL="651510" indent="0" algn="ctr">
              <a:buNone/>
              <a:defRPr sz="1283"/>
            </a:lvl3pPr>
            <a:lvl4pPr marL="977265" indent="0" algn="ctr">
              <a:buNone/>
              <a:defRPr sz="1140"/>
            </a:lvl4pPr>
            <a:lvl5pPr marL="1303020" indent="0" algn="ctr">
              <a:buNone/>
              <a:defRPr sz="1140"/>
            </a:lvl5pPr>
            <a:lvl6pPr marL="1628775" indent="0" algn="ctr">
              <a:buNone/>
              <a:defRPr sz="1140"/>
            </a:lvl6pPr>
            <a:lvl7pPr marL="1954530" indent="0" algn="ctr">
              <a:buNone/>
              <a:defRPr sz="1140"/>
            </a:lvl7pPr>
            <a:lvl8pPr marL="2280285" indent="0" algn="ctr">
              <a:buNone/>
              <a:defRPr sz="1140"/>
            </a:lvl8pPr>
            <a:lvl9pPr marL="2606040" indent="0" algn="ctr">
              <a:buNone/>
              <a:defRPr sz="11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56A80-80E2-794E-A045-460F22061EF8}" type="datetimeFigureOut">
              <a:rPr lang="en-US" smtClean="0"/>
              <a:t>12/18/24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5EE02-8EC2-2F4C-A478-FF73617B4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366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56A80-80E2-794E-A045-460F22061EF8}" type="datetimeFigureOut">
              <a:rPr lang="en-US" smtClean="0"/>
              <a:t>12/18/24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5EE02-8EC2-2F4C-A478-FF73617B4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759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2693" y="1367791"/>
            <a:ext cx="7492365" cy="2282190"/>
          </a:xfrm>
        </p:spPr>
        <p:txBody>
          <a:bodyPr anchor="b"/>
          <a:lstStyle>
            <a:lvl1pPr>
              <a:defRPr sz="42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2693" y="3671571"/>
            <a:ext cx="7492365" cy="1200150"/>
          </a:xfrm>
        </p:spPr>
        <p:txBody>
          <a:bodyPr/>
          <a:lstStyle>
            <a:lvl1pPr marL="0" indent="0">
              <a:buNone/>
              <a:defRPr sz="1710">
                <a:solidFill>
                  <a:schemeClr val="tx1">
                    <a:tint val="82000"/>
                  </a:schemeClr>
                </a:solidFill>
              </a:defRPr>
            </a:lvl1pPr>
            <a:lvl2pPr marL="325755" indent="0">
              <a:buNone/>
              <a:defRPr sz="1425">
                <a:solidFill>
                  <a:schemeClr val="tx1">
                    <a:tint val="82000"/>
                  </a:schemeClr>
                </a:solidFill>
              </a:defRPr>
            </a:lvl2pPr>
            <a:lvl3pPr marL="651510" indent="0">
              <a:buNone/>
              <a:defRPr sz="1283">
                <a:solidFill>
                  <a:schemeClr val="tx1">
                    <a:tint val="82000"/>
                  </a:schemeClr>
                </a:solidFill>
              </a:defRPr>
            </a:lvl3pPr>
            <a:lvl4pPr marL="977265" indent="0">
              <a:buNone/>
              <a:defRPr sz="1140">
                <a:solidFill>
                  <a:schemeClr val="tx1">
                    <a:tint val="82000"/>
                  </a:schemeClr>
                </a:solidFill>
              </a:defRPr>
            </a:lvl4pPr>
            <a:lvl5pPr marL="1303020" indent="0">
              <a:buNone/>
              <a:defRPr sz="1140">
                <a:solidFill>
                  <a:schemeClr val="tx1">
                    <a:tint val="82000"/>
                  </a:schemeClr>
                </a:solidFill>
              </a:defRPr>
            </a:lvl5pPr>
            <a:lvl6pPr marL="1628775" indent="0">
              <a:buNone/>
              <a:defRPr sz="1140">
                <a:solidFill>
                  <a:schemeClr val="tx1">
                    <a:tint val="82000"/>
                  </a:schemeClr>
                </a:solidFill>
              </a:defRPr>
            </a:lvl6pPr>
            <a:lvl7pPr marL="1954530" indent="0">
              <a:buNone/>
              <a:defRPr sz="1140">
                <a:solidFill>
                  <a:schemeClr val="tx1">
                    <a:tint val="82000"/>
                  </a:schemeClr>
                </a:solidFill>
              </a:defRPr>
            </a:lvl7pPr>
            <a:lvl8pPr marL="2280285" indent="0">
              <a:buNone/>
              <a:defRPr sz="1140">
                <a:solidFill>
                  <a:schemeClr val="tx1">
                    <a:tint val="82000"/>
                  </a:schemeClr>
                </a:solidFill>
              </a:defRPr>
            </a:lvl8pPr>
            <a:lvl9pPr marL="2606040" indent="0">
              <a:buNone/>
              <a:defRPr sz="11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56A80-80E2-794E-A045-460F22061EF8}" type="datetimeFigureOut">
              <a:rPr lang="en-US" smtClean="0"/>
              <a:t>12/18/24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5EE02-8EC2-2F4C-A478-FF73617B4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590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7218" y="1460500"/>
            <a:ext cx="3691890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97693" y="1460500"/>
            <a:ext cx="3691890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56A80-80E2-794E-A045-460F22061EF8}" type="datetimeFigureOut">
              <a:rPr lang="en-US" smtClean="0"/>
              <a:t>12/18/24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5EE02-8EC2-2F4C-A478-FF73617B4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695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349" y="292101"/>
            <a:ext cx="7492365" cy="106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8349" y="1344930"/>
            <a:ext cx="3674923" cy="659130"/>
          </a:xfrm>
        </p:spPr>
        <p:txBody>
          <a:bodyPr anchor="b"/>
          <a:lstStyle>
            <a:lvl1pPr marL="0" indent="0">
              <a:buNone/>
              <a:defRPr sz="1710" b="1"/>
            </a:lvl1pPr>
            <a:lvl2pPr marL="325755" indent="0">
              <a:buNone/>
              <a:defRPr sz="1425" b="1"/>
            </a:lvl2pPr>
            <a:lvl3pPr marL="651510" indent="0">
              <a:buNone/>
              <a:defRPr sz="1283" b="1"/>
            </a:lvl3pPr>
            <a:lvl4pPr marL="977265" indent="0">
              <a:buNone/>
              <a:defRPr sz="1140" b="1"/>
            </a:lvl4pPr>
            <a:lvl5pPr marL="1303020" indent="0">
              <a:buNone/>
              <a:defRPr sz="1140" b="1"/>
            </a:lvl5pPr>
            <a:lvl6pPr marL="1628775" indent="0">
              <a:buNone/>
              <a:defRPr sz="1140" b="1"/>
            </a:lvl6pPr>
            <a:lvl7pPr marL="1954530" indent="0">
              <a:buNone/>
              <a:defRPr sz="1140" b="1"/>
            </a:lvl7pPr>
            <a:lvl8pPr marL="2280285" indent="0">
              <a:buNone/>
              <a:defRPr sz="1140" b="1"/>
            </a:lvl8pPr>
            <a:lvl9pPr marL="2606040" indent="0">
              <a:buNone/>
              <a:defRPr sz="11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349" y="2004060"/>
            <a:ext cx="3674923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97693" y="1344930"/>
            <a:ext cx="3693021" cy="659130"/>
          </a:xfrm>
        </p:spPr>
        <p:txBody>
          <a:bodyPr anchor="b"/>
          <a:lstStyle>
            <a:lvl1pPr marL="0" indent="0">
              <a:buNone/>
              <a:defRPr sz="1710" b="1"/>
            </a:lvl1pPr>
            <a:lvl2pPr marL="325755" indent="0">
              <a:buNone/>
              <a:defRPr sz="1425" b="1"/>
            </a:lvl2pPr>
            <a:lvl3pPr marL="651510" indent="0">
              <a:buNone/>
              <a:defRPr sz="1283" b="1"/>
            </a:lvl3pPr>
            <a:lvl4pPr marL="977265" indent="0">
              <a:buNone/>
              <a:defRPr sz="1140" b="1"/>
            </a:lvl4pPr>
            <a:lvl5pPr marL="1303020" indent="0">
              <a:buNone/>
              <a:defRPr sz="1140" b="1"/>
            </a:lvl5pPr>
            <a:lvl6pPr marL="1628775" indent="0">
              <a:buNone/>
              <a:defRPr sz="1140" b="1"/>
            </a:lvl6pPr>
            <a:lvl7pPr marL="1954530" indent="0">
              <a:buNone/>
              <a:defRPr sz="1140" b="1"/>
            </a:lvl7pPr>
            <a:lvl8pPr marL="2280285" indent="0">
              <a:buNone/>
              <a:defRPr sz="1140" b="1"/>
            </a:lvl8pPr>
            <a:lvl9pPr marL="2606040" indent="0">
              <a:buNone/>
              <a:defRPr sz="11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97693" y="2004060"/>
            <a:ext cx="3693021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56A80-80E2-794E-A045-460F22061EF8}" type="datetimeFigureOut">
              <a:rPr lang="en-US" smtClean="0"/>
              <a:t>12/18/24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5EE02-8EC2-2F4C-A478-FF73617B4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3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56A80-80E2-794E-A045-460F22061EF8}" type="datetimeFigureOut">
              <a:rPr lang="en-US" smtClean="0"/>
              <a:t>12/18/24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5EE02-8EC2-2F4C-A478-FF73617B4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224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56A80-80E2-794E-A045-460F22061EF8}" type="datetimeFigureOut">
              <a:rPr lang="en-US" smtClean="0"/>
              <a:t>12/18/24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5EE02-8EC2-2F4C-A478-FF73617B4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674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349" y="365760"/>
            <a:ext cx="2801719" cy="1280160"/>
          </a:xfrm>
        </p:spPr>
        <p:txBody>
          <a:bodyPr anchor="b"/>
          <a:lstStyle>
            <a:lvl1pPr>
              <a:defRPr sz="2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93021" y="789940"/>
            <a:ext cx="4397693" cy="3898900"/>
          </a:xfrm>
        </p:spPr>
        <p:txBody>
          <a:bodyPr/>
          <a:lstStyle>
            <a:lvl1pPr>
              <a:defRPr sz="2280"/>
            </a:lvl1pPr>
            <a:lvl2pPr>
              <a:defRPr sz="1995"/>
            </a:lvl2pPr>
            <a:lvl3pPr>
              <a:defRPr sz="1710"/>
            </a:lvl3pPr>
            <a:lvl4pPr>
              <a:defRPr sz="1425"/>
            </a:lvl4pPr>
            <a:lvl5pPr>
              <a:defRPr sz="1425"/>
            </a:lvl5pPr>
            <a:lvl6pPr>
              <a:defRPr sz="1425"/>
            </a:lvl6pPr>
            <a:lvl7pPr>
              <a:defRPr sz="1425"/>
            </a:lvl7pPr>
            <a:lvl8pPr>
              <a:defRPr sz="1425"/>
            </a:lvl8pPr>
            <a:lvl9pPr>
              <a:defRPr sz="14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8349" y="1645920"/>
            <a:ext cx="2801719" cy="3049270"/>
          </a:xfrm>
        </p:spPr>
        <p:txBody>
          <a:bodyPr/>
          <a:lstStyle>
            <a:lvl1pPr marL="0" indent="0">
              <a:buNone/>
              <a:defRPr sz="1140"/>
            </a:lvl1pPr>
            <a:lvl2pPr marL="325755" indent="0">
              <a:buNone/>
              <a:defRPr sz="998"/>
            </a:lvl2pPr>
            <a:lvl3pPr marL="651510" indent="0">
              <a:buNone/>
              <a:defRPr sz="855"/>
            </a:lvl3pPr>
            <a:lvl4pPr marL="977265" indent="0">
              <a:buNone/>
              <a:defRPr sz="713"/>
            </a:lvl4pPr>
            <a:lvl5pPr marL="1303020" indent="0">
              <a:buNone/>
              <a:defRPr sz="713"/>
            </a:lvl5pPr>
            <a:lvl6pPr marL="1628775" indent="0">
              <a:buNone/>
              <a:defRPr sz="713"/>
            </a:lvl6pPr>
            <a:lvl7pPr marL="1954530" indent="0">
              <a:buNone/>
              <a:defRPr sz="713"/>
            </a:lvl7pPr>
            <a:lvl8pPr marL="2280285" indent="0">
              <a:buNone/>
              <a:defRPr sz="713"/>
            </a:lvl8pPr>
            <a:lvl9pPr marL="2606040" indent="0">
              <a:buNone/>
              <a:defRPr sz="7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56A80-80E2-794E-A045-460F22061EF8}" type="datetimeFigureOut">
              <a:rPr lang="en-US" smtClean="0"/>
              <a:t>12/18/24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5EE02-8EC2-2F4C-A478-FF73617B4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820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349" y="365760"/>
            <a:ext cx="2801719" cy="1280160"/>
          </a:xfrm>
        </p:spPr>
        <p:txBody>
          <a:bodyPr anchor="b"/>
          <a:lstStyle>
            <a:lvl1pPr>
              <a:defRPr sz="2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693021" y="789940"/>
            <a:ext cx="4397693" cy="3898900"/>
          </a:xfrm>
        </p:spPr>
        <p:txBody>
          <a:bodyPr anchor="t"/>
          <a:lstStyle>
            <a:lvl1pPr marL="0" indent="0">
              <a:buNone/>
              <a:defRPr sz="2280"/>
            </a:lvl1pPr>
            <a:lvl2pPr marL="325755" indent="0">
              <a:buNone/>
              <a:defRPr sz="1995"/>
            </a:lvl2pPr>
            <a:lvl3pPr marL="651510" indent="0">
              <a:buNone/>
              <a:defRPr sz="1710"/>
            </a:lvl3pPr>
            <a:lvl4pPr marL="977265" indent="0">
              <a:buNone/>
              <a:defRPr sz="1425"/>
            </a:lvl4pPr>
            <a:lvl5pPr marL="1303020" indent="0">
              <a:buNone/>
              <a:defRPr sz="1425"/>
            </a:lvl5pPr>
            <a:lvl6pPr marL="1628775" indent="0">
              <a:buNone/>
              <a:defRPr sz="1425"/>
            </a:lvl6pPr>
            <a:lvl7pPr marL="1954530" indent="0">
              <a:buNone/>
              <a:defRPr sz="1425"/>
            </a:lvl7pPr>
            <a:lvl8pPr marL="2280285" indent="0">
              <a:buNone/>
              <a:defRPr sz="1425"/>
            </a:lvl8pPr>
            <a:lvl9pPr marL="2606040" indent="0">
              <a:buNone/>
              <a:defRPr sz="142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8349" y="1645920"/>
            <a:ext cx="2801719" cy="3049270"/>
          </a:xfrm>
        </p:spPr>
        <p:txBody>
          <a:bodyPr/>
          <a:lstStyle>
            <a:lvl1pPr marL="0" indent="0">
              <a:buNone/>
              <a:defRPr sz="1140"/>
            </a:lvl1pPr>
            <a:lvl2pPr marL="325755" indent="0">
              <a:buNone/>
              <a:defRPr sz="998"/>
            </a:lvl2pPr>
            <a:lvl3pPr marL="651510" indent="0">
              <a:buNone/>
              <a:defRPr sz="855"/>
            </a:lvl3pPr>
            <a:lvl4pPr marL="977265" indent="0">
              <a:buNone/>
              <a:defRPr sz="713"/>
            </a:lvl4pPr>
            <a:lvl5pPr marL="1303020" indent="0">
              <a:buNone/>
              <a:defRPr sz="713"/>
            </a:lvl5pPr>
            <a:lvl6pPr marL="1628775" indent="0">
              <a:buNone/>
              <a:defRPr sz="713"/>
            </a:lvl6pPr>
            <a:lvl7pPr marL="1954530" indent="0">
              <a:buNone/>
              <a:defRPr sz="713"/>
            </a:lvl7pPr>
            <a:lvl8pPr marL="2280285" indent="0">
              <a:buNone/>
              <a:defRPr sz="713"/>
            </a:lvl8pPr>
            <a:lvl9pPr marL="2606040" indent="0">
              <a:buNone/>
              <a:defRPr sz="7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56A80-80E2-794E-A045-460F22061EF8}" type="datetimeFigureOut">
              <a:rPr lang="en-US" smtClean="0"/>
              <a:t>12/18/24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5EE02-8EC2-2F4C-A478-FF73617B4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97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56A80-80E2-794E-A045-460F22061EF8}" type="datetimeFigureOut">
              <a:rPr lang="en-US" smtClean="0"/>
              <a:t>12/18/24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5EE02-8EC2-2F4C-A478-FF73617B4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69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16491" y="292100"/>
            <a:ext cx="1873091" cy="464947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7217" y="292100"/>
            <a:ext cx="5510689" cy="464947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56A80-80E2-794E-A045-460F22061EF8}" type="datetimeFigureOut">
              <a:rPr lang="en-US" smtClean="0"/>
              <a:t>12/18/24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5EE02-8EC2-2F4C-A478-FF73617B4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929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97218" y="292101"/>
            <a:ext cx="7492365" cy="1060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7218" y="1460500"/>
            <a:ext cx="7492365" cy="34810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218" y="5085080"/>
            <a:ext cx="195453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B56A80-80E2-794E-A045-460F22061EF8}" type="datetimeFigureOut">
              <a:rPr lang="en-US" smtClean="0"/>
              <a:t>12/18/24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77503" y="5085080"/>
            <a:ext cx="2931795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5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135053" y="5085080"/>
            <a:ext cx="195453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F5EE02-8EC2-2F4C-A478-FF73617B4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138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651510" rtl="0" eaLnBrk="1" latinLnBrk="0" hangingPunct="1">
        <a:lnSpc>
          <a:spcPct val="90000"/>
        </a:lnSpc>
        <a:spcBef>
          <a:spcPct val="0"/>
        </a:spcBef>
        <a:buNone/>
        <a:defRPr sz="313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2878" indent="-162878" algn="l" defTabSz="651510" rtl="0" eaLnBrk="1" latinLnBrk="0" hangingPunct="1">
        <a:lnSpc>
          <a:spcPct val="90000"/>
        </a:lnSpc>
        <a:spcBef>
          <a:spcPts val="713"/>
        </a:spcBef>
        <a:buFont typeface="Arial" panose="020B0604020202020204" pitchFamily="34" charset="0"/>
        <a:buChar char="•"/>
        <a:defRPr sz="1995" kern="1200">
          <a:solidFill>
            <a:schemeClr val="tx1"/>
          </a:solidFill>
          <a:latin typeface="+mn-lt"/>
          <a:ea typeface="+mn-ea"/>
          <a:cs typeface="+mn-cs"/>
        </a:defRPr>
      </a:lvl1pPr>
      <a:lvl2pPr marL="488633" indent="-162878" algn="l" defTabSz="65151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2pPr>
      <a:lvl3pPr marL="814388" indent="-162878" algn="l" defTabSz="65151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425" kern="1200">
          <a:solidFill>
            <a:schemeClr val="tx1"/>
          </a:solidFill>
          <a:latin typeface="+mn-lt"/>
          <a:ea typeface="+mn-ea"/>
          <a:cs typeface="+mn-cs"/>
        </a:defRPr>
      </a:lvl3pPr>
      <a:lvl4pPr marL="1140143" indent="-162878" algn="l" defTabSz="65151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283" kern="1200">
          <a:solidFill>
            <a:schemeClr val="tx1"/>
          </a:solidFill>
          <a:latin typeface="+mn-lt"/>
          <a:ea typeface="+mn-ea"/>
          <a:cs typeface="+mn-cs"/>
        </a:defRPr>
      </a:lvl4pPr>
      <a:lvl5pPr marL="1465898" indent="-162878" algn="l" defTabSz="65151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283" kern="1200">
          <a:solidFill>
            <a:schemeClr val="tx1"/>
          </a:solidFill>
          <a:latin typeface="+mn-lt"/>
          <a:ea typeface="+mn-ea"/>
          <a:cs typeface="+mn-cs"/>
        </a:defRPr>
      </a:lvl5pPr>
      <a:lvl6pPr marL="1791653" indent="-162878" algn="l" defTabSz="65151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283" kern="1200">
          <a:solidFill>
            <a:schemeClr val="tx1"/>
          </a:solidFill>
          <a:latin typeface="+mn-lt"/>
          <a:ea typeface="+mn-ea"/>
          <a:cs typeface="+mn-cs"/>
        </a:defRPr>
      </a:lvl6pPr>
      <a:lvl7pPr marL="2117408" indent="-162878" algn="l" defTabSz="65151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283" kern="1200">
          <a:solidFill>
            <a:schemeClr val="tx1"/>
          </a:solidFill>
          <a:latin typeface="+mn-lt"/>
          <a:ea typeface="+mn-ea"/>
          <a:cs typeface="+mn-cs"/>
        </a:defRPr>
      </a:lvl7pPr>
      <a:lvl8pPr marL="2443163" indent="-162878" algn="l" defTabSz="65151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283" kern="1200">
          <a:solidFill>
            <a:schemeClr val="tx1"/>
          </a:solidFill>
          <a:latin typeface="+mn-lt"/>
          <a:ea typeface="+mn-ea"/>
          <a:cs typeface="+mn-cs"/>
        </a:defRPr>
      </a:lvl8pPr>
      <a:lvl9pPr marL="2768918" indent="-162878" algn="l" defTabSz="65151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28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51510" rtl="0" eaLnBrk="1" latinLnBrk="0" hangingPunct="1">
        <a:defRPr sz="1283" kern="1200">
          <a:solidFill>
            <a:schemeClr val="tx1"/>
          </a:solidFill>
          <a:latin typeface="+mn-lt"/>
          <a:ea typeface="+mn-ea"/>
          <a:cs typeface="+mn-cs"/>
        </a:defRPr>
      </a:lvl1pPr>
      <a:lvl2pPr marL="325755" algn="l" defTabSz="651510" rtl="0" eaLnBrk="1" latinLnBrk="0" hangingPunct="1">
        <a:defRPr sz="1283" kern="1200">
          <a:solidFill>
            <a:schemeClr val="tx1"/>
          </a:solidFill>
          <a:latin typeface="+mn-lt"/>
          <a:ea typeface="+mn-ea"/>
          <a:cs typeface="+mn-cs"/>
        </a:defRPr>
      </a:lvl2pPr>
      <a:lvl3pPr marL="651510" algn="l" defTabSz="651510" rtl="0" eaLnBrk="1" latinLnBrk="0" hangingPunct="1">
        <a:defRPr sz="1283" kern="1200">
          <a:solidFill>
            <a:schemeClr val="tx1"/>
          </a:solidFill>
          <a:latin typeface="+mn-lt"/>
          <a:ea typeface="+mn-ea"/>
          <a:cs typeface="+mn-cs"/>
        </a:defRPr>
      </a:lvl3pPr>
      <a:lvl4pPr marL="977265" algn="l" defTabSz="651510" rtl="0" eaLnBrk="1" latinLnBrk="0" hangingPunct="1">
        <a:defRPr sz="1283" kern="1200">
          <a:solidFill>
            <a:schemeClr val="tx1"/>
          </a:solidFill>
          <a:latin typeface="+mn-lt"/>
          <a:ea typeface="+mn-ea"/>
          <a:cs typeface="+mn-cs"/>
        </a:defRPr>
      </a:lvl4pPr>
      <a:lvl5pPr marL="1303020" algn="l" defTabSz="651510" rtl="0" eaLnBrk="1" latinLnBrk="0" hangingPunct="1">
        <a:defRPr sz="1283" kern="1200">
          <a:solidFill>
            <a:schemeClr val="tx1"/>
          </a:solidFill>
          <a:latin typeface="+mn-lt"/>
          <a:ea typeface="+mn-ea"/>
          <a:cs typeface="+mn-cs"/>
        </a:defRPr>
      </a:lvl5pPr>
      <a:lvl6pPr marL="1628775" algn="l" defTabSz="651510" rtl="0" eaLnBrk="1" latinLnBrk="0" hangingPunct="1">
        <a:defRPr sz="1283" kern="1200">
          <a:solidFill>
            <a:schemeClr val="tx1"/>
          </a:solidFill>
          <a:latin typeface="+mn-lt"/>
          <a:ea typeface="+mn-ea"/>
          <a:cs typeface="+mn-cs"/>
        </a:defRPr>
      </a:lvl6pPr>
      <a:lvl7pPr marL="1954530" algn="l" defTabSz="651510" rtl="0" eaLnBrk="1" latinLnBrk="0" hangingPunct="1">
        <a:defRPr sz="1283" kern="1200">
          <a:solidFill>
            <a:schemeClr val="tx1"/>
          </a:solidFill>
          <a:latin typeface="+mn-lt"/>
          <a:ea typeface="+mn-ea"/>
          <a:cs typeface="+mn-cs"/>
        </a:defRPr>
      </a:lvl7pPr>
      <a:lvl8pPr marL="2280285" algn="l" defTabSz="651510" rtl="0" eaLnBrk="1" latinLnBrk="0" hangingPunct="1">
        <a:defRPr sz="1283" kern="1200">
          <a:solidFill>
            <a:schemeClr val="tx1"/>
          </a:solidFill>
          <a:latin typeface="+mn-lt"/>
          <a:ea typeface="+mn-ea"/>
          <a:cs typeface="+mn-cs"/>
        </a:defRPr>
      </a:lvl8pPr>
      <a:lvl9pPr marL="2606040" algn="l" defTabSz="651510" rtl="0" eaLnBrk="1" latinLnBrk="0" hangingPunct="1">
        <a:defRPr sz="128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ody of water with trees and a mountain&#10;&#10;Description automatically generated">
            <a:extLst>
              <a:ext uri="{FF2B5EF4-FFF2-40B4-BE49-F238E27FC236}">
                <a16:creationId xmlns:a16="http://schemas.microsoft.com/office/drawing/2014/main" id="{F6CEF691-68F4-6D34-3C67-EB36F71CB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704" y="0"/>
            <a:ext cx="8778240" cy="54864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A677BAB-1A13-E52A-91B0-07175F117FC3}"/>
              </a:ext>
            </a:extLst>
          </p:cNvPr>
          <p:cNvSpPr txBox="1"/>
          <p:nvPr/>
        </p:nvSpPr>
        <p:spPr>
          <a:xfrm>
            <a:off x="-36736" y="3177697"/>
            <a:ext cx="8760272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500" cap="small" dirty="0">
                <a:solidFill>
                  <a:srgbClr val="FFFFFF"/>
                </a:solidFill>
                <a:latin typeface="Garamond" panose="02020404030301010803" pitchFamily="18" charset="0"/>
                <a:ea typeface="AppleMyungjo" pitchFamily="2" charset="-127"/>
                <a:cs typeface="Big Caslon" panose="02000603090000020003" pitchFamily="2" charset="-79"/>
              </a:rPr>
              <a:t>W</a:t>
            </a:r>
            <a:r>
              <a:rPr lang="en-US" sz="4800" cap="small" dirty="0">
                <a:solidFill>
                  <a:srgbClr val="FFFFFF"/>
                </a:solidFill>
                <a:latin typeface="Garamond" panose="02020404030301010803" pitchFamily="18" charset="0"/>
                <a:ea typeface="AppleMyungjo" pitchFamily="2" charset="-127"/>
                <a:cs typeface="Big Caslon" panose="02000603090000020003" pitchFamily="2" charset="-79"/>
              </a:rPr>
              <a:t> </a:t>
            </a:r>
            <a:r>
              <a:rPr lang="en-US" sz="11500" cap="small" dirty="0">
                <a:solidFill>
                  <a:srgbClr val="FFFFFF"/>
                </a:solidFill>
                <a:latin typeface="Garamond" panose="02020404030301010803" pitchFamily="18" charset="0"/>
                <a:ea typeface="AppleMyungjo" pitchFamily="2" charset="-127"/>
                <a:cs typeface="Big Caslon" panose="02000603090000020003" pitchFamily="2" charset="-79"/>
              </a:rPr>
              <a:t>h</a:t>
            </a:r>
            <a:r>
              <a:rPr lang="en-US" sz="7200" cap="small" dirty="0">
                <a:solidFill>
                  <a:srgbClr val="FFFFFF"/>
                </a:solidFill>
                <a:latin typeface="Garamond" panose="02020404030301010803" pitchFamily="18" charset="0"/>
                <a:ea typeface="AppleMyungjo" pitchFamily="2" charset="-127"/>
                <a:cs typeface="Big Caslon" panose="02000603090000020003" pitchFamily="2" charset="-79"/>
              </a:rPr>
              <a:t> </a:t>
            </a:r>
            <a:r>
              <a:rPr lang="en-US" sz="11500" cap="small" dirty="0" err="1">
                <a:solidFill>
                  <a:srgbClr val="FFFFFF"/>
                </a:solidFill>
                <a:latin typeface="Garamond" panose="02020404030301010803" pitchFamily="18" charset="0"/>
                <a:ea typeface="AppleMyungjo" pitchFamily="2" charset="-127"/>
                <a:cs typeface="Big Caslon" panose="02000603090000020003" pitchFamily="2" charset="-79"/>
              </a:rPr>
              <a:t>i</a:t>
            </a:r>
            <a:r>
              <a:rPr lang="en-US" sz="7200" cap="small" dirty="0">
                <a:solidFill>
                  <a:srgbClr val="FFFFFF"/>
                </a:solidFill>
                <a:latin typeface="Garamond" panose="02020404030301010803" pitchFamily="18" charset="0"/>
                <a:ea typeface="AppleMyungjo" pitchFamily="2" charset="-127"/>
                <a:cs typeface="Big Caslon" panose="02000603090000020003" pitchFamily="2" charset="-79"/>
              </a:rPr>
              <a:t> </a:t>
            </a:r>
            <a:r>
              <a:rPr lang="en-US" sz="11500" cap="small" dirty="0">
                <a:solidFill>
                  <a:srgbClr val="FFFFFF"/>
                </a:solidFill>
                <a:latin typeface="Garamond" panose="02020404030301010803" pitchFamily="18" charset="0"/>
                <a:ea typeface="AppleMyungjo" pitchFamily="2" charset="-127"/>
                <a:cs typeface="Big Caslon" panose="02000603090000020003" pitchFamily="2" charset="-79"/>
              </a:rPr>
              <a:t>n</a:t>
            </a:r>
            <a:r>
              <a:rPr lang="en-US" sz="7200" cap="small" dirty="0">
                <a:solidFill>
                  <a:srgbClr val="FFFFFF"/>
                </a:solidFill>
                <a:latin typeface="Garamond" panose="02020404030301010803" pitchFamily="18" charset="0"/>
                <a:ea typeface="AppleMyungjo" pitchFamily="2" charset="-127"/>
                <a:cs typeface="Big Caslon" panose="02000603090000020003" pitchFamily="2" charset="-79"/>
              </a:rPr>
              <a:t> </a:t>
            </a:r>
            <a:r>
              <a:rPr lang="en-US" sz="11500" cap="small" dirty="0">
                <a:solidFill>
                  <a:srgbClr val="FFFFFF"/>
                </a:solidFill>
                <a:latin typeface="Garamond" panose="02020404030301010803" pitchFamily="18" charset="0"/>
                <a:ea typeface="AppleMyungjo" pitchFamily="2" charset="-127"/>
                <a:cs typeface="Big Caslon" panose="02000603090000020003" pitchFamily="2" charset="-79"/>
              </a:rPr>
              <a:t>f</a:t>
            </a:r>
            <a:r>
              <a:rPr lang="en-US" sz="7200" cap="small" dirty="0">
                <a:solidFill>
                  <a:srgbClr val="FFFFFF"/>
                </a:solidFill>
                <a:latin typeface="Garamond" panose="02020404030301010803" pitchFamily="18" charset="0"/>
                <a:ea typeface="AppleMyungjo" pitchFamily="2" charset="-127"/>
                <a:cs typeface="Big Caslon" panose="02000603090000020003" pitchFamily="2" charset="-79"/>
              </a:rPr>
              <a:t> </a:t>
            </a:r>
            <a:r>
              <a:rPr lang="en-US" sz="11500" cap="small" dirty="0">
                <a:solidFill>
                  <a:srgbClr val="FFFFFF"/>
                </a:solidFill>
                <a:latin typeface="Garamond" panose="02020404030301010803" pitchFamily="18" charset="0"/>
                <a:ea typeface="AppleMyungjo" pitchFamily="2" charset="-127"/>
                <a:cs typeface="Big Caslon" panose="02000603090000020003" pitchFamily="2" charset="-79"/>
              </a:rPr>
              <a:t>e</a:t>
            </a:r>
            <a:r>
              <a:rPr lang="en-US" sz="7200" cap="small" dirty="0">
                <a:solidFill>
                  <a:srgbClr val="FFFFFF"/>
                </a:solidFill>
                <a:latin typeface="Garamond" panose="02020404030301010803" pitchFamily="18" charset="0"/>
                <a:ea typeface="AppleMyungjo" pitchFamily="2" charset="-127"/>
                <a:cs typeface="Big Caslon" panose="02000603090000020003" pitchFamily="2" charset="-79"/>
              </a:rPr>
              <a:t> </a:t>
            </a:r>
            <a:r>
              <a:rPr lang="en-US" sz="11500" cap="small" dirty="0">
                <a:solidFill>
                  <a:srgbClr val="FFFFFF"/>
                </a:solidFill>
                <a:latin typeface="Garamond" panose="02020404030301010803" pitchFamily="18" charset="0"/>
                <a:ea typeface="AppleMyungjo" pitchFamily="2" charset="-127"/>
                <a:cs typeface="Big Caslon" panose="02000603090000020003" pitchFamily="2" charset="-79"/>
              </a:rPr>
              <a:t>l</a:t>
            </a:r>
            <a:r>
              <a:rPr lang="en-US" sz="7200" cap="small" dirty="0">
                <a:solidFill>
                  <a:srgbClr val="FFFFFF"/>
                </a:solidFill>
                <a:latin typeface="Garamond" panose="02020404030301010803" pitchFamily="18" charset="0"/>
                <a:ea typeface="AppleMyungjo" pitchFamily="2" charset="-127"/>
                <a:cs typeface="Big Caslon" panose="02000603090000020003" pitchFamily="2" charset="-79"/>
              </a:rPr>
              <a:t> </a:t>
            </a:r>
            <a:r>
              <a:rPr lang="en-US" sz="11500" cap="small" dirty="0">
                <a:solidFill>
                  <a:srgbClr val="FFFFFF"/>
                </a:solidFill>
                <a:latin typeface="Garamond" panose="02020404030301010803" pitchFamily="18" charset="0"/>
                <a:ea typeface="AppleMyungjo" pitchFamily="2" charset="-127"/>
                <a:cs typeface="Big Caslon" panose="02000603090000020003" pitchFamily="2" charset="-79"/>
              </a:rPr>
              <a:t>l</a:t>
            </a:r>
            <a:endParaRPr lang="en-US" sz="48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59246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</TotalTime>
  <Words>8</Words>
  <Application>Microsoft Macintosh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</vt:lpstr>
      <vt:lpstr>Garamond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Clark T Whinfell</dc:creator>
  <cp:lastModifiedBy>Clark T Whinfell</cp:lastModifiedBy>
  <cp:revision>3</cp:revision>
  <cp:lastPrinted>2024-12-18T13:54:22Z</cp:lastPrinted>
  <dcterms:created xsi:type="dcterms:W3CDTF">2024-12-18T13:20:20Z</dcterms:created>
  <dcterms:modified xsi:type="dcterms:W3CDTF">2024-12-18T14:04:29Z</dcterms:modified>
</cp:coreProperties>
</file>