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8288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30"/>
  </p:normalViewPr>
  <p:slideViewPr>
    <p:cSldViewPr snapToGrid="0" showGuides="1">
      <p:cViewPr>
        <p:scale>
          <a:sx n="363" d="100"/>
          <a:sy n="363" d="100"/>
        </p:scale>
        <p:origin x="2896" y="1576"/>
      </p:cViewPr>
      <p:guideLst>
        <p:guide orient="horz" pos="288"/>
        <p:guide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49648"/>
            <a:ext cx="137160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80272"/>
            <a:ext cx="137160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5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3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" y="227965"/>
            <a:ext cx="1577340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" y="611928"/>
            <a:ext cx="1577340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82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6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" y="243417"/>
            <a:ext cx="77724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43417"/>
            <a:ext cx="77724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4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48683"/>
            <a:ext cx="157734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" y="224155"/>
            <a:ext cx="773668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" y="334010"/>
            <a:ext cx="773668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" y="224155"/>
            <a:ext cx="777478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" y="334010"/>
            <a:ext cx="777478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2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5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4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60960"/>
            <a:ext cx="58983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" y="131657"/>
            <a:ext cx="925830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274320"/>
            <a:ext cx="58983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8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60960"/>
            <a:ext cx="58983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" y="131657"/>
            <a:ext cx="925830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274320"/>
            <a:ext cx="58983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6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5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" y="48683"/>
            <a:ext cx="394335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" y="48683"/>
            <a:ext cx="1160145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2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" y="48683"/>
            <a:ext cx="157734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" y="243417"/>
            <a:ext cx="157734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" y="847514"/>
            <a:ext cx="41148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5AC38-3A4F-C04C-AB83-58D9585796EF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" y="847514"/>
            <a:ext cx="61722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" y="847514"/>
            <a:ext cx="41148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06113-A686-1847-9E6B-5E409CB91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3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C36757-4BC9-73C5-7357-D64BA8B55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828800" cy="43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4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Clark T Whinfell</dc:creator>
  <cp:lastModifiedBy>Clark T Whinfell</cp:lastModifiedBy>
  <cp:revision>2</cp:revision>
  <dcterms:created xsi:type="dcterms:W3CDTF">2024-11-25T15:39:19Z</dcterms:created>
  <dcterms:modified xsi:type="dcterms:W3CDTF">2024-11-25T17:41:29Z</dcterms:modified>
</cp:coreProperties>
</file>