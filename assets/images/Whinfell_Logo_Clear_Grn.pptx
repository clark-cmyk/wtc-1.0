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657725" cy="320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 userDrawn="1">
          <p15:clr>
            <a:srgbClr val="A4A3A4"/>
          </p15:clr>
        </p15:guide>
        <p15:guide id="2" pos="14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howGuides="1">
      <p:cViewPr>
        <p:scale>
          <a:sx n="186" d="100"/>
          <a:sy n="186" d="100"/>
        </p:scale>
        <p:origin x="2584" y="824"/>
      </p:cViewPr>
      <p:guideLst>
        <p:guide orient="horz" pos="1008"/>
        <p:guide pos="14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9330" y="523770"/>
            <a:ext cx="3959066" cy="1114213"/>
          </a:xfrm>
        </p:spPr>
        <p:txBody>
          <a:bodyPr anchor="b"/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2216" y="1680951"/>
            <a:ext cx="3493294" cy="772689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75" indent="0" algn="ctr">
              <a:buNone/>
              <a:defRPr sz="933"/>
            </a:lvl2pPr>
            <a:lvl3pPr marL="426750" indent="0" algn="ctr">
              <a:buNone/>
              <a:defRPr sz="840"/>
            </a:lvl3pPr>
            <a:lvl4pPr marL="640126" indent="0" algn="ctr">
              <a:buNone/>
              <a:defRPr sz="747"/>
            </a:lvl4pPr>
            <a:lvl5pPr marL="853501" indent="0" algn="ctr">
              <a:buNone/>
              <a:defRPr sz="747"/>
            </a:lvl5pPr>
            <a:lvl6pPr marL="1066876" indent="0" algn="ctr">
              <a:buNone/>
              <a:defRPr sz="747"/>
            </a:lvl6pPr>
            <a:lvl7pPr marL="1280251" indent="0" algn="ctr">
              <a:buNone/>
              <a:defRPr sz="747"/>
            </a:lvl7pPr>
            <a:lvl8pPr marL="1493627" indent="0" algn="ctr">
              <a:buNone/>
              <a:defRPr sz="747"/>
            </a:lvl8pPr>
            <a:lvl9pPr marL="1707002" indent="0" algn="ctr">
              <a:buNone/>
              <a:defRPr sz="74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48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 userDrawn="1">
          <p15:clr>
            <a:srgbClr val="FBAE40"/>
          </p15:clr>
        </p15:guide>
        <p15:guide id="2" pos="14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59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793" y="797879"/>
            <a:ext cx="4017288" cy="1331277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793" y="2141750"/>
            <a:ext cx="4017288" cy="700087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82000"/>
                  </a:schemeClr>
                </a:solidFill>
              </a:defRPr>
            </a:lvl1pPr>
            <a:lvl2pPr marL="213375" indent="0">
              <a:buNone/>
              <a:defRPr sz="933">
                <a:solidFill>
                  <a:schemeClr val="tx1">
                    <a:tint val="82000"/>
                  </a:schemeClr>
                </a:solidFill>
              </a:defRPr>
            </a:lvl2pPr>
            <a:lvl3pPr marL="4267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3pPr>
            <a:lvl4pPr marL="64012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4pPr>
            <a:lvl5pPr marL="85350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5pPr>
            <a:lvl6pPr marL="1066876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6pPr>
            <a:lvl7pPr marL="1280251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7pPr>
            <a:lvl8pPr marL="1493627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8pPr>
            <a:lvl9pPr marL="1707002" indent="0">
              <a:buNone/>
              <a:defRPr sz="74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179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0219" y="851959"/>
            <a:ext cx="1979533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57973" y="851959"/>
            <a:ext cx="1979533" cy="20306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8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825" y="170392"/>
            <a:ext cx="4017288" cy="6185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826" y="784543"/>
            <a:ext cx="1970436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0826" y="1169035"/>
            <a:ext cx="1970436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57973" y="784543"/>
            <a:ext cx="1980140" cy="384492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75" indent="0">
              <a:buNone/>
              <a:defRPr sz="933" b="1"/>
            </a:lvl2pPr>
            <a:lvl3pPr marL="426750" indent="0">
              <a:buNone/>
              <a:defRPr sz="840" b="1"/>
            </a:lvl3pPr>
            <a:lvl4pPr marL="640126" indent="0">
              <a:buNone/>
              <a:defRPr sz="747" b="1"/>
            </a:lvl4pPr>
            <a:lvl5pPr marL="853501" indent="0">
              <a:buNone/>
              <a:defRPr sz="747" b="1"/>
            </a:lvl5pPr>
            <a:lvl6pPr marL="1066876" indent="0">
              <a:buNone/>
              <a:defRPr sz="747" b="1"/>
            </a:lvl6pPr>
            <a:lvl7pPr marL="1280251" indent="0">
              <a:buNone/>
              <a:defRPr sz="747" b="1"/>
            </a:lvl7pPr>
            <a:lvl8pPr marL="1493627" indent="0">
              <a:buNone/>
              <a:defRPr sz="747" b="1"/>
            </a:lvl8pPr>
            <a:lvl9pPr marL="1707002" indent="0">
              <a:buNone/>
              <a:defRPr sz="74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57973" y="1169035"/>
            <a:ext cx="1980140" cy="17194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60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9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96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825" y="213360"/>
            <a:ext cx="1502238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0140" y="460799"/>
            <a:ext cx="2357973" cy="2274358"/>
          </a:xfrm>
        </p:spPr>
        <p:txBody>
          <a:bodyPr/>
          <a:lstStyle>
            <a:lvl1pPr>
              <a:defRPr sz="1493"/>
            </a:lvl1pPr>
            <a:lvl2pPr>
              <a:defRPr sz="1307"/>
            </a:lvl2pPr>
            <a:lvl3pPr>
              <a:defRPr sz="112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0825" y="960120"/>
            <a:ext cx="1502238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722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825" y="213360"/>
            <a:ext cx="1502238" cy="746760"/>
          </a:xfrm>
        </p:spPr>
        <p:txBody>
          <a:bodyPr anchor="b"/>
          <a:lstStyle>
            <a:lvl1pPr>
              <a:defRPr sz="149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0140" y="460799"/>
            <a:ext cx="2357973" cy="2274358"/>
          </a:xfrm>
        </p:spPr>
        <p:txBody>
          <a:bodyPr anchor="t"/>
          <a:lstStyle>
            <a:lvl1pPr marL="0" indent="0">
              <a:buNone/>
              <a:defRPr sz="1493"/>
            </a:lvl1pPr>
            <a:lvl2pPr marL="213375" indent="0">
              <a:buNone/>
              <a:defRPr sz="1307"/>
            </a:lvl2pPr>
            <a:lvl3pPr marL="426750" indent="0">
              <a:buNone/>
              <a:defRPr sz="1120"/>
            </a:lvl3pPr>
            <a:lvl4pPr marL="640126" indent="0">
              <a:buNone/>
              <a:defRPr sz="933"/>
            </a:lvl4pPr>
            <a:lvl5pPr marL="853501" indent="0">
              <a:buNone/>
              <a:defRPr sz="933"/>
            </a:lvl5pPr>
            <a:lvl6pPr marL="1066876" indent="0">
              <a:buNone/>
              <a:defRPr sz="933"/>
            </a:lvl6pPr>
            <a:lvl7pPr marL="1280251" indent="0">
              <a:buNone/>
              <a:defRPr sz="933"/>
            </a:lvl7pPr>
            <a:lvl8pPr marL="1493627" indent="0">
              <a:buNone/>
              <a:defRPr sz="933"/>
            </a:lvl8pPr>
            <a:lvl9pPr marL="1707002" indent="0">
              <a:buNone/>
              <a:defRPr sz="9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0825" y="960120"/>
            <a:ext cx="1502238" cy="1778741"/>
          </a:xfrm>
        </p:spPr>
        <p:txBody>
          <a:bodyPr/>
          <a:lstStyle>
            <a:lvl1pPr marL="0" indent="0">
              <a:buNone/>
              <a:defRPr sz="747"/>
            </a:lvl1pPr>
            <a:lvl2pPr marL="213375" indent="0">
              <a:buNone/>
              <a:defRPr sz="653"/>
            </a:lvl2pPr>
            <a:lvl3pPr marL="426750" indent="0">
              <a:buNone/>
              <a:defRPr sz="560"/>
            </a:lvl3pPr>
            <a:lvl4pPr marL="640126" indent="0">
              <a:buNone/>
              <a:defRPr sz="467"/>
            </a:lvl4pPr>
            <a:lvl5pPr marL="853501" indent="0">
              <a:buNone/>
              <a:defRPr sz="467"/>
            </a:lvl5pPr>
            <a:lvl6pPr marL="1066876" indent="0">
              <a:buNone/>
              <a:defRPr sz="467"/>
            </a:lvl6pPr>
            <a:lvl7pPr marL="1280251" indent="0">
              <a:buNone/>
              <a:defRPr sz="467"/>
            </a:lvl7pPr>
            <a:lvl8pPr marL="1493627" indent="0">
              <a:buNone/>
              <a:defRPr sz="467"/>
            </a:lvl8pPr>
            <a:lvl9pPr marL="1707002" indent="0">
              <a:buNone/>
              <a:defRPr sz="4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38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915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33185" y="170392"/>
            <a:ext cx="1004322" cy="271219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0219" y="170392"/>
            <a:ext cx="2954744" cy="271219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311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0219" y="170392"/>
            <a:ext cx="4017288" cy="6185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0219" y="851959"/>
            <a:ext cx="4017288" cy="2030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0219" y="2966297"/>
            <a:ext cx="1047988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AC16C8-2D8A-CF40-BC92-1DAC2A936BD8}" type="datetimeFigureOut">
              <a:rPr lang="en-US" smtClean="0"/>
              <a:t>2/17/26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42872" y="2966297"/>
            <a:ext cx="1571982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89518" y="2966297"/>
            <a:ext cx="1047988" cy="1703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C3E32-2806-5347-AC09-619A2A85B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76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26750" rtl="0" eaLnBrk="1" latinLnBrk="0" hangingPunct="1">
        <a:lnSpc>
          <a:spcPct val="90000"/>
        </a:lnSpc>
        <a:spcBef>
          <a:spcPct val="0"/>
        </a:spcBef>
        <a:buNone/>
        <a:defRPr sz="20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8" indent="-106688" algn="l" defTabSz="426750" rtl="0" eaLnBrk="1" latinLnBrk="0" hangingPunct="1">
        <a:lnSpc>
          <a:spcPct val="90000"/>
        </a:lnSpc>
        <a:spcBef>
          <a:spcPts val="467"/>
        </a:spcBef>
        <a:buFont typeface="Arial" panose="020B0604020202020204" pitchFamily="34" charset="0"/>
        <a:buChar char="•"/>
        <a:defRPr sz="1307" kern="1200">
          <a:solidFill>
            <a:schemeClr val="tx1"/>
          </a:solidFill>
          <a:latin typeface="+mn-lt"/>
          <a:ea typeface="+mn-ea"/>
          <a:cs typeface="+mn-cs"/>
        </a:defRPr>
      </a:lvl1pPr>
      <a:lvl2pPr marL="32006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3438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3pPr>
      <a:lvl4pPr marL="746813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018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356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6939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0314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3690" indent="-106688" algn="l" defTabSz="426750" rtl="0" eaLnBrk="1" latinLnBrk="0" hangingPunct="1">
        <a:lnSpc>
          <a:spcPct val="90000"/>
        </a:lnSpc>
        <a:spcBef>
          <a:spcPts val="233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75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6750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12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350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76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0251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3627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7002" algn="l" defTabSz="426750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DA79F0-580E-70C9-CDC1-7D7C8FAC85B5}"/>
              </a:ext>
            </a:extLst>
          </p:cNvPr>
          <p:cNvSpPr txBox="1"/>
          <p:nvPr/>
        </p:nvSpPr>
        <p:spPr>
          <a:xfrm>
            <a:off x="-504953" y="838200"/>
            <a:ext cx="5667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cap="small" dirty="0">
                <a:solidFill>
                  <a:srgbClr val="003400"/>
                </a:solidFill>
                <a:latin typeface="Big Caslon" panose="02000603090000020003" pitchFamily="2" charset="-79"/>
                <a:ea typeface="AppleMyungjo" pitchFamily="2" charset="-127"/>
                <a:cs typeface="Times New Roman" panose="02020603050405020304" pitchFamily="18" charset="0"/>
              </a:rPr>
              <a:t>Whinfell</a:t>
            </a:r>
            <a:endParaRPr lang="en-US" sz="32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88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1</Words>
  <Application>Microsoft Macintosh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Big Caslon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Whinfell Partners LLC</dc:creator>
  <cp:lastModifiedBy>Whinfell Partners LLC</cp:lastModifiedBy>
  <cp:revision>2</cp:revision>
  <dcterms:created xsi:type="dcterms:W3CDTF">2026-02-17T15:23:58Z</dcterms:created>
  <dcterms:modified xsi:type="dcterms:W3CDTF">2026-02-17T15:35:14Z</dcterms:modified>
</cp:coreProperties>
</file>